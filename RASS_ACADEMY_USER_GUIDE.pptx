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RASS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66CC"/>
                </a:solidFill>
              </a:defRPr>
            </a:pPr>
            <a:r>
              <a:t>Complete Learning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8C00"/>
                </a:solidFill>
              </a:defRPr>
            </a:pPr>
            <a:r>
              <a:t>Comprehensive User Guide &amp; Visual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📖 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to RASS Academy</a:t>
            </a:r>
          </a:p>
          <a:p>
            <a:pPr>
              <a:defRPr sz="2000"/>
            </a:pPr>
            <a:r>
              <a:t>2. Getting Started</a:t>
            </a:r>
          </a:p>
          <a:p>
            <a:pPr>
              <a:defRPr sz="2000"/>
            </a:pPr>
            <a:r>
              <a:t>3. User Roles &amp; Dashboards</a:t>
            </a:r>
          </a:p>
          <a:p>
            <a:pPr>
              <a:defRPr sz="2000"/>
            </a:pPr>
            <a:r>
              <a:t>4. Student Portal Features</a:t>
            </a:r>
          </a:p>
          <a:p>
            <a:pPr>
              <a:defRPr sz="2000"/>
            </a:pPr>
            <a:r>
              <a:t>5. Instructor Portal Features</a:t>
            </a:r>
          </a:p>
          <a:p>
            <a:pPr>
              <a:defRPr sz="2000"/>
            </a:pPr>
            <a:r>
              <a:t>6. Administrator Portal Features</a:t>
            </a:r>
          </a:p>
          <a:p>
            <a:pPr>
              <a:defRPr sz="2000"/>
            </a:pPr>
            <a:r>
              <a:t>7. Public Features &amp; Partnerships</a:t>
            </a:r>
          </a:p>
          <a:p>
            <a:pPr>
              <a:defRPr sz="2000"/>
            </a:pPr>
            <a:r>
              <a:t>8. Technical Setup &amp; Deployment</a:t>
            </a:r>
          </a:p>
          <a:p>
            <a:pPr>
              <a:defRPr sz="2000"/>
            </a:pPr>
            <a:r>
              <a:t>9. Troubleshooting &amp;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🎓 What is RASS Academy?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comprehensive Learning Management System (LMS) designed to deliver modern, interactive online education</a:t>
            </a:r>
          </a:p>
          <a:p>
            <a:pPr>
              <a:defRPr sz="1800"/>
            </a:pPr>
            <a:r>
              <a:t>🎓 Comprehensive Course Management</a:t>
            </a:r>
          </a:p>
          <a:p>
            <a:pPr>
              <a:defRPr sz="1800"/>
            </a:pPr>
            <a:r>
              <a:t>👥 Batch-based Learning</a:t>
            </a:r>
          </a:p>
          <a:p>
            <a:pPr>
              <a:defRPr sz="1800"/>
            </a:pPr>
            <a:r>
              <a:t>📊 Advanced Analytics &amp; Progress Tracking</a:t>
            </a:r>
          </a:p>
          <a:p>
            <a:pPr>
              <a:defRPr sz="1800"/>
            </a:pPr>
            <a:r>
              <a:t>🎥 Video-based Learning with Interactive Features</a:t>
            </a:r>
          </a:p>
          <a:p>
            <a:pPr>
              <a:defRPr sz="1800"/>
            </a:pPr>
            <a:r>
              <a:t>📝 Assessments &amp; Auto-grading</a:t>
            </a:r>
          </a:p>
          <a:p>
            <a:pPr>
              <a:defRPr sz="1800"/>
            </a:pPr>
            <a:r>
              <a:t>🏆 Gamification &amp; Leaderboards</a:t>
            </a:r>
          </a:p>
          <a:p>
            <a:pPr>
              <a:defRPr sz="1800"/>
            </a:pPr>
            <a:r>
              <a:t>💬 Real-time Communication Tools</a:t>
            </a:r>
          </a:p>
          <a:p>
            <a:pPr>
              <a:defRPr sz="1800"/>
            </a:pPr>
            <a:r>
              <a:t>🤝 Partnership Programs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👨‍🎓 Student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 to structured courses with video lectures</a:t>
            </a:r>
          </a:p>
          <a:p>
            <a:pPr>
              <a:defRPr sz="1800"/>
            </a:pPr>
            <a:r>
              <a:t>Interactive quizzes with instant feedback</a:t>
            </a:r>
          </a:p>
          <a:p>
            <a:pPr>
              <a:defRPr sz="1800"/>
            </a:pPr>
            <a:r>
              <a:t>Assignment submission and tracking</a:t>
            </a:r>
          </a:p>
          <a:p>
            <a:pPr>
              <a:defRPr sz="1800"/>
            </a:pPr>
            <a:r>
              <a:t>Live sessions and discussions</a:t>
            </a:r>
          </a:p>
          <a:p>
            <a:pPr>
              <a:defRPr sz="1800"/>
            </a:pPr>
            <a:r>
              <a:t>AI-powered doubt clearing</a:t>
            </a:r>
          </a:p>
          <a:p>
            <a:pPr>
              <a:defRPr sz="1800"/>
            </a:pPr>
            <a:r>
              <a:t>Progress tracking and certificates</a:t>
            </a:r>
          </a:p>
          <a:p>
            <a:pPr>
              <a:defRPr sz="1800"/>
            </a:pPr>
            <a:r>
              <a:t>Leaderboards and achievements</a:t>
            </a:r>
          </a:p>
          <a:p>
            <a:pPr>
              <a:defRPr sz="1800"/>
            </a:pPr>
            <a:r>
              <a:t>Timestamped video notes</a:t>
            </a:r>
          </a:p>
          <a:p>
            <a:pPr>
              <a:defRPr sz="1800"/>
            </a:pPr>
            <a:r>
              <a:t>Discussion forums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👨‍🏫 Instructor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and content management</a:t>
            </a:r>
          </a:p>
          <a:p>
            <a:pPr>
              <a:defRPr sz="1800"/>
            </a:pPr>
            <a:r>
              <a:t>Batch management and analytics</a:t>
            </a:r>
          </a:p>
          <a:p>
            <a:pPr>
              <a:defRPr sz="1800"/>
            </a:pPr>
            <a:r>
              <a:t>Student performance tracking</a:t>
            </a:r>
          </a:p>
          <a:p>
            <a:pPr>
              <a:defRPr sz="1800"/>
            </a:pPr>
            <a:r>
              <a:t>Assignment and quiz creation</a:t>
            </a:r>
          </a:p>
          <a:p>
            <a:pPr>
              <a:defRPr sz="1800"/>
            </a:pPr>
            <a:r>
              <a:t>Attendance management (manual + auto)</a:t>
            </a:r>
          </a:p>
          <a:p>
            <a:pPr>
              <a:defRPr sz="1800"/>
            </a:pPr>
            <a:r>
              <a:t>Announcements and communication</a:t>
            </a:r>
          </a:p>
          <a:p>
            <a:pPr>
              <a:defRPr sz="1800"/>
            </a:pPr>
            <a:r>
              <a:t>Advanced analytics dashboard</a:t>
            </a:r>
          </a:p>
          <a:p>
            <a:pPr>
              <a:defRPr sz="1800"/>
            </a:pPr>
            <a:r>
              <a:t>Live session hosting</a:t>
            </a:r>
          </a:p>
          <a:p>
            <a:pPr>
              <a:defRPr sz="1800"/>
            </a:pPr>
            <a:r>
              <a:t>Grading and feedback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⚙️ Administrator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platform management</a:t>
            </a:r>
          </a:p>
          <a:p>
            <a:pPr>
              <a:defRPr sz="1800"/>
            </a:pPr>
            <a:r>
              <a:t>User management (students, instructors)</a:t>
            </a:r>
          </a:p>
          <a:p>
            <a:pPr>
              <a:defRPr sz="1800"/>
            </a:pPr>
            <a:r>
              <a:t>Course and batch administration</a:t>
            </a:r>
          </a:p>
          <a:p>
            <a:pPr>
              <a:defRPr sz="1800"/>
            </a:pPr>
            <a:r>
              <a:t>Certificate generation and management</a:t>
            </a:r>
          </a:p>
          <a:p>
            <a:pPr>
              <a:defRPr sz="1800"/>
            </a:pPr>
            <a:r>
              <a:t>Partnership program oversight</a:t>
            </a:r>
          </a:p>
          <a:p>
            <a:pPr>
              <a:defRPr sz="1800"/>
            </a:pPr>
            <a:r>
              <a:t>Platform analytics and reporting</a:t>
            </a:r>
          </a:p>
          <a:p>
            <a:pPr>
              <a:defRPr sz="1800"/>
            </a:pPr>
            <a:r>
              <a:t>Event management</a:t>
            </a:r>
          </a:p>
          <a:p>
            <a:pPr>
              <a:defRPr sz="1800"/>
            </a:pPr>
            <a:r>
              <a:t>Support ticket system</a:t>
            </a:r>
          </a:p>
          <a:p>
            <a:pPr>
              <a:defRPr sz="1800"/>
            </a:pPr>
            <a:r>
              <a:t>System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🎯 Student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Browse Course Catalog → Filter &amp; Search</a:t>
            </a:r>
          </a:p>
          <a:p>
            <a:pPr>
              <a:defRPr sz="1600"/>
            </a:pPr>
            <a:r>
              <a:t>2. View Course Details → Check Curriculum &amp; Reviews</a:t>
            </a:r>
          </a:p>
          <a:p>
            <a:pPr>
              <a:defRPr sz="1600"/>
            </a:pPr>
            <a:r>
              <a:t>3. Enroll in Course → Complete Payment</a:t>
            </a:r>
          </a:p>
          <a:p>
            <a:pPr>
              <a:defRPr sz="1600"/>
            </a:pPr>
            <a:r>
              <a:t>4. Access Course → Watch Video Lectures</a:t>
            </a:r>
          </a:p>
          <a:p>
            <a:pPr>
              <a:defRPr sz="1600"/>
            </a:pPr>
            <a:r>
              <a:t>5. Take Notes → Timestamp-based annotations</a:t>
            </a:r>
          </a:p>
          <a:p>
            <a:pPr>
              <a:defRPr sz="1600"/>
            </a:pPr>
            <a:r>
              <a:t>6. Complete Assignments → Submit &amp; Track</a:t>
            </a:r>
          </a:p>
          <a:p>
            <a:pPr>
              <a:defRPr sz="1600"/>
            </a:pPr>
            <a:r>
              <a:t>7. Take Quizzes → Auto-graded assessments</a:t>
            </a:r>
          </a:p>
          <a:p>
            <a:pPr>
              <a:defRPr sz="1600"/>
            </a:pPr>
            <a:r>
              <a:t>8. Join Live Sessions → Real-time interaction</a:t>
            </a:r>
          </a:p>
          <a:p>
            <a:pPr>
              <a:defRPr sz="1600"/>
            </a:pPr>
            <a:r>
              <a:t>9. Ask Doubts → AI + Instructor help</a:t>
            </a:r>
          </a:p>
          <a:p>
            <a:pPr>
              <a:defRPr sz="1600"/>
            </a:pPr>
            <a:r>
              <a:t>10. Earn Certificate → 100% completion + pass all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📚 Instructor Course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Course → Add Basic Information</a:t>
            </a:r>
          </a:p>
          <a:p>
            <a:pPr>
              <a:defRPr sz="1600"/>
            </a:pPr>
            <a:r>
              <a:t>2. Build Curriculum → Add Modules &amp; Lessons</a:t>
            </a:r>
          </a:p>
          <a:p>
            <a:pPr>
              <a:defRPr sz="1600"/>
            </a:pPr>
            <a:r>
              <a:t>3. Upload Content → Videos, PDFs, Resources</a:t>
            </a:r>
          </a:p>
          <a:p>
            <a:pPr>
              <a:defRPr sz="1600"/>
            </a:pPr>
            <a:r>
              <a:t>4. Create Assessments → Assignments &amp; Quizzes</a:t>
            </a:r>
          </a:p>
          <a:p>
            <a:pPr>
              <a:defRPr sz="1600"/>
            </a:pPr>
            <a:r>
              <a:t>5. Set up Batch → Assign Students &amp; Schedule</a:t>
            </a:r>
          </a:p>
          <a:p>
            <a:pPr>
              <a:defRPr sz="1600"/>
            </a:pPr>
            <a:r>
              <a:t>6. Publish Course → Students Can Enroll</a:t>
            </a:r>
          </a:p>
          <a:p>
            <a:pPr>
              <a:defRPr sz="1600"/>
            </a:pPr>
            <a:r>
              <a:t>7. Monitor Progress → Analytics Dashboard</a:t>
            </a:r>
          </a:p>
          <a:p>
            <a:pPr>
              <a:defRPr sz="1600"/>
            </a:pPr>
            <a:r>
              <a:t>8. Grade Submissions → Provide Feedback</a:t>
            </a:r>
          </a:p>
          <a:p>
            <a:pPr>
              <a:defRPr sz="1600"/>
            </a:pPr>
            <a:r>
              <a:t>9. Respond to Doubts → Help Students</a:t>
            </a:r>
          </a:p>
          <a:p>
            <a:pPr>
              <a:defRPr sz="1600"/>
            </a:pPr>
            <a:r>
              <a:t>10. Generate Reports → Track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📝 Assessment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Assignments</a:t>
            </a:r>
          </a:p>
          <a:p>
            <a:pPr>
              <a:defRPr sz="1600"/>
            </a:pPr>
            <a:r>
              <a:t>• File upload (PDF, DOC, ZIP)</a:t>
            </a:r>
          </a:p>
          <a:p>
            <a:pPr>
              <a:defRPr sz="1600"/>
            </a:pPr>
            <a:r>
              <a:t>• Manual grading with rubrics</a:t>
            </a:r>
          </a:p>
          <a:p>
            <a:pPr>
              <a:defRPr sz="1600"/>
            </a:pPr>
            <a:r>
              <a:t>• Feedback and comments</a:t>
            </a:r>
          </a:p>
          <a:p>
            <a:pPr>
              <a:defRPr sz="1600"/>
            </a:pPr>
            <a:r>
              <a:t>• Late submission tracking</a:t>
            </a:r>
          </a:p>
          <a:p>
            <a:pPr>
              <a:defRPr b="1" sz="2000"/>
            </a:pPr>
            <a:r>
              <a:t>Quizzes</a:t>
            </a:r>
          </a:p>
          <a:p>
            <a:pPr>
              <a:defRPr sz="1600"/>
            </a:pPr>
            <a:r>
              <a:t>• Multiple choice, True/False, Coding problems</a:t>
            </a:r>
          </a:p>
          <a:p>
            <a:pPr>
              <a:defRPr sz="1600"/>
            </a:pPr>
            <a:r>
              <a:t>• Auto-grading with instant feedback</a:t>
            </a:r>
          </a:p>
          <a:p>
            <a:pPr>
              <a:defRPr sz="1600"/>
            </a:pPr>
            <a:r>
              <a:t>• Timed assessments</a:t>
            </a:r>
          </a:p>
          <a:p>
            <a:pPr>
              <a:defRPr sz="1600"/>
            </a:pPr>
            <a:r>
              <a:t>• Multiple attempts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💻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Frontend</a:t>
            </a:r>
          </a:p>
          <a:p>
            <a:pPr>
              <a:defRPr sz="1600"/>
            </a:pPr>
            <a:r>
              <a:t>React 18 + TypeScript</a:t>
            </a:r>
          </a:p>
          <a:p>
            <a:pPr>
              <a:defRPr sz="1600"/>
            </a:pPr>
            <a:r>
              <a:t>Vite Build Tool</a:t>
            </a:r>
          </a:p>
          <a:p>
            <a:pPr>
              <a:defRPr sz="1600"/>
            </a:pPr>
            <a:r>
              <a:t>TailwindCSS + Radix UI</a:t>
            </a:r>
          </a:p>
          <a:p>
            <a:pPr>
              <a:defRPr b="1" sz="2000"/>
            </a:pPr>
            <a:r>
              <a:t>Backend</a:t>
            </a:r>
          </a:p>
          <a:p>
            <a:pPr>
              <a:defRPr sz="1600"/>
            </a:pPr>
            <a:r>
              <a:t>Node.js + Express</a:t>
            </a:r>
          </a:p>
          <a:p>
            <a:pPr>
              <a:defRPr sz="1600"/>
            </a:pPr>
            <a:r>
              <a:t>MongoDB + Mongoose</a:t>
            </a:r>
          </a:p>
          <a:p>
            <a:pPr>
              <a:defRPr sz="1600"/>
            </a:pPr>
            <a:r>
              <a:t>JWT Authentication</a:t>
            </a:r>
          </a:p>
          <a:p>
            <a:pPr>
              <a:defRPr b="1" sz="2000"/>
            </a:pPr>
            <a:r>
              <a:t>Integrations</a:t>
            </a:r>
          </a:p>
          <a:p>
            <a:pPr>
              <a:defRPr sz="1600"/>
            </a:pPr>
            <a:r>
              <a:t>Razorpay (Payments)</a:t>
            </a:r>
          </a:p>
          <a:p>
            <a:pPr>
              <a:defRPr sz="1600"/>
            </a:pPr>
            <a:r>
              <a:t>Nodemailer (Email)</a:t>
            </a:r>
          </a:p>
          <a:p>
            <a:pPr>
              <a:defRPr sz="1600"/>
            </a:pPr>
            <a:r>
              <a:t>reCAPTCHA (Security)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🆘 Support &amp;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Email: support@rassacademy.com</a:t>
            </a:r>
          </a:p>
          <a:p>
            <a:pPr>
              <a:defRPr sz="1800"/>
            </a:pPr>
            <a:r>
              <a:t>Phone: +XX-XXXX-XXXX (Mon-Fri, 10 AM - 5 PM)</a:t>
            </a:r>
          </a:p>
          <a:p>
            <a:pPr>
              <a:defRPr sz="1800"/>
            </a:pPr>
            <a:r>
              <a:t>Live Chat: Available on website (business hours)</a:t>
            </a:r>
          </a:p>
          <a:p>
            <a:pPr>
              <a:defRPr sz="1800"/>
            </a:pPr>
            <a:r>
              <a:t>Support Tickets: Create from dashboard</a:t>
            </a:r>
          </a:p>
          <a:p>
            <a:pPr>
              <a:defRPr sz="1800"/>
            </a:pPr>
            <a:r>
              <a:t>Help Center: Searchable knowledge base</a:t>
            </a:r>
          </a:p>
          <a:p>
            <a:pPr>
              <a:defRPr sz="1800"/>
            </a:pPr>
            <a:r>
              <a:t>Community Forum: Peer support</a:t>
            </a:r>
          </a:p>
          <a:p>
            <a:pPr>
              <a:defRPr sz="1800"/>
            </a:pPr>
            <a:r>
              <a:t>Video Tutorials: Step-by-step guides</a:t>
            </a:r>
          </a:p>
          <a:p>
            <a:pPr>
              <a:defRPr sz="1800"/>
            </a:pPr>
            <a:r>
              <a:t>Social Media: @rassacademy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66CC"/>
                </a:solidFill>
              </a:defRPr>
            </a:pPr>
            <a:r>
              <a:t>www.rassacademy.com | support@rassacademy.com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